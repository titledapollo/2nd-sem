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4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8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6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7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2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9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3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4965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4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67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21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2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40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1196714"/>
            <a:ext cx="7300134" cy="1164521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rgbClr val="0070C0"/>
                </a:solidFill>
              </a:rPr>
              <a:t>Wanderlust in Kyoto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21933" y="2996579"/>
            <a:ext cx="7300134" cy="1500187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rgbClr val="00B0F0"/>
                </a:solidFill>
              </a:rPr>
              <a:t>Exploring the Heart of Traditional Japan</a:t>
            </a:r>
          </a:p>
          <a:p>
            <a:r>
              <a:rPr dirty="0">
                <a:solidFill>
                  <a:srgbClr val="00B0F0"/>
                </a:solidFill>
              </a:rPr>
              <a:t>Presented by: </a:t>
            </a:r>
            <a:r>
              <a:rPr lang="en-US" dirty="0" err="1">
                <a:solidFill>
                  <a:srgbClr val="00B0F0"/>
                </a:solidFill>
              </a:rPr>
              <a:t>Mantrit</a:t>
            </a:r>
            <a:r>
              <a:rPr lang="en-US" dirty="0">
                <a:solidFill>
                  <a:srgbClr val="00B0F0"/>
                </a:solidFill>
              </a:rPr>
              <a:t> Bar</a:t>
            </a:r>
          </a:p>
          <a:p>
            <a:r>
              <a:rPr lang="en-IN" dirty="0">
                <a:solidFill>
                  <a:srgbClr val="00B0F0"/>
                </a:solidFill>
              </a:rPr>
              <a:t>Registration no. d242511580</a:t>
            </a:r>
          </a:p>
          <a:p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Introduction to Kyoto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• Located in the Kansai region of Japan</a:t>
            </a:r>
          </a:p>
          <a:p>
            <a:r>
              <a:rPr dirty="0">
                <a:solidFill>
                  <a:srgbClr val="00B0F0"/>
                </a:solidFill>
              </a:rPr>
              <a:t>• Former imperial capital for over 1,000 years</a:t>
            </a:r>
          </a:p>
          <a:p>
            <a:r>
              <a:rPr dirty="0">
                <a:solidFill>
                  <a:srgbClr val="00B0F0"/>
                </a:solidFill>
              </a:rPr>
              <a:t>• Known for its historic temples, shrines, and geisha culture</a:t>
            </a:r>
          </a:p>
          <a:p>
            <a:r>
              <a:rPr dirty="0">
                <a:solidFill>
                  <a:srgbClr val="00B0F0"/>
                </a:solidFill>
              </a:rPr>
              <a:t>• Population: ~1.45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Top Tourist Attractions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• Fushimi Inari Shrine – Thousands of red torii gates</a:t>
            </a:r>
          </a:p>
          <a:p>
            <a:r>
              <a:rPr dirty="0">
                <a:solidFill>
                  <a:srgbClr val="00B0F0"/>
                </a:solidFill>
              </a:rPr>
              <a:t>• </a:t>
            </a:r>
            <a:r>
              <a:rPr dirty="0" err="1">
                <a:solidFill>
                  <a:srgbClr val="00B0F0"/>
                </a:solidFill>
              </a:rPr>
              <a:t>Kinkaku</a:t>
            </a:r>
            <a:r>
              <a:rPr dirty="0">
                <a:solidFill>
                  <a:srgbClr val="00B0F0"/>
                </a:solidFill>
              </a:rPr>
              <a:t>-ji (Golden Pavilion) – Zen temple covered in gold</a:t>
            </a:r>
          </a:p>
          <a:p>
            <a:r>
              <a:rPr dirty="0">
                <a:solidFill>
                  <a:srgbClr val="00B0F0"/>
                </a:solidFill>
              </a:rPr>
              <a:t>• </a:t>
            </a:r>
            <a:r>
              <a:rPr dirty="0" err="1">
                <a:solidFill>
                  <a:srgbClr val="00B0F0"/>
                </a:solidFill>
              </a:rPr>
              <a:t>Arashiyama</a:t>
            </a:r>
            <a:r>
              <a:rPr dirty="0">
                <a:solidFill>
                  <a:srgbClr val="00B0F0"/>
                </a:solidFill>
              </a:rPr>
              <a:t> Bamboo Grove – Scenic forest path</a:t>
            </a:r>
          </a:p>
          <a:p>
            <a:r>
              <a:rPr dirty="0">
                <a:solidFill>
                  <a:srgbClr val="00B0F0"/>
                </a:solidFill>
              </a:rPr>
              <a:t>• Gion District – Traditional geisha and tea 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Local Food and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• Food: Sushi, Kaiseki, Matcha desserts</a:t>
            </a:r>
          </a:p>
          <a:p>
            <a:r>
              <a:rPr dirty="0">
                <a:solidFill>
                  <a:srgbClr val="00B0F0"/>
                </a:solidFill>
              </a:rPr>
              <a:t>• Culture: Tea ceremonies, seasonal festivals, kimono tradition</a:t>
            </a:r>
          </a:p>
          <a:p>
            <a:r>
              <a:rPr dirty="0">
                <a:solidFill>
                  <a:srgbClr val="00B0F0"/>
                </a:solidFill>
              </a:rPr>
              <a:t>• Deep-rooted Buddhist and Shinto influences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Fun Facts &amp; 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• Over 1,600 Buddhist temples</a:t>
            </a:r>
          </a:p>
          <a:p>
            <a:r>
              <a:rPr dirty="0">
                <a:solidFill>
                  <a:srgbClr val="00B0F0"/>
                </a:solidFill>
              </a:rPr>
              <a:t>• 17 UNESCO World Heritage Sites</a:t>
            </a:r>
          </a:p>
          <a:p>
            <a:r>
              <a:rPr dirty="0">
                <a:solidFill>
                  <a:srgbClr val="00B0F0"/>
                </a:solidFill>
              </a:rPr>
              <a:t>• Rent a kimono and explore historic districts</a:t>
            </a:r>
          </a:p>
          <a:p>
            <a:r>
              <a:rPr dirty="0">
                <a:solidFill>
                  <a:srgbClr val="00B0F0"/>
                </a:solidFill>
              </a:rPr>
              <a:t>• Unique Kyoto dialect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Why Kyoto is My Dream Destination:</a:t>
            </a:r>
          </a:p>
          <a:p>
            <a:r>
              <a:rPr dirty="0">
                <a:solidFill>
                  <a:srgbClr val="00B0F0"/>
                </a:solidFill>
              </a:rPr>
              <a:t>• Rich blend of tradition and nature</a:t>
            </a:r>
          </a:p>
          <a:p>
            <a:r>
              <a:rPr dirty="0">
                <a:solidFill>
                  <a:srgbClr val="00B0F0"/>
                </a:solidFill>
              </a:rPr>
              <a:t>• Peaceful atmosphere and stunning views</a:t>
            </a:r>
          </a:p>
          <a:p>
            <a:r>
              <a:rPr dirty="0">
                <a:solidFill>
                  <a:srgbClr val="00B0F0"/>
                </a:solidFill>
              </a:rPr>
              <a:t>• A perfect place to absorb culture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</TotalTime>
  <Words>183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Wanderlust in Kyoto</vt:lpstr>
      <vt:lpstr>Introduction to Kyoto</vt:lpstr>
      <vt:lpstr>Top Tourist Attractions</vt:lpstr>
      <vt:lpstr>Local Food and Culture</vt:lpstr>
      <vt:lpstr>Fun Facts &amp; Unique 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IT TMSL</cp:lastModifiedBy>
  <cp:revision>2</cp:revision>
  <dcterms:created xsi:type="dcterms:W3CDTF">2013-01-27T09:14:16Z</dcterms:created>
  <dcterms:modified xsi:type="dcterms:W3CDTF">2025-04-11T00:04:28Z</dcterms:modified>
  <cp:category/>
</cp:coreProperties>
</file>