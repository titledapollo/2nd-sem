
<file path=[Content_Types].xml><?xml version="1.0" encoding="utf-8"?>
<Types xmlns="http://schemas.openxmlformats.org/package/2006/content-types">
  <Default Extension="png" ContentType="image/png"/>
  <Default Extension="mp3" ContentType="audio/mpe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BREAKDOWN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FE4E-464C-9044-C36B517C0DC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FE4E-464C-9044-C36B517C0DC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FE4E-464C-9044-C36B517C0DC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FE4E-464C-9044-C36B517C0DC1}"/>
              </c:ext>
            </c:extLst>
          </c:dPt>
          <c:cat>
            <c:strRef>
              <c:f>Sheet1!$A$2:$A$5</c:f>
              <c:strCache>
                <c:ptCount val="4"/>
                <c:pt idx="0">
                  <c:v>FLIGHTS</c:v>
                </c:pt>
                <c:pt idx="1">
                  <c:v>ACCOMMODATION</c:v>
                </c:pt>
                <c:pt idx="2">
                  <c:v>FOOD</c:v>
                </c:pt>
                <c:pt idx="3">
                  <c:v>GIFTS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20000</c:v>
                </c:pt>
                <c:pt idx="1">
                  <c:v>30000</c:v>
                </c:pt>
                <c:pt idx="2">
                  <c:v>50000</c:v>
                </c:pt>
                <c:pt idx="3">
                  <c:v>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98-4519-8DA5-A36C48E072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26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5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67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01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6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14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11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12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443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E52DF2-6802-459B-AC2A-AF976DEB1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8676B4-8D65-F75D-2BCA-ECB11906B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2184" y="2386295"/>
            <a:ext cx="3730839" cy="3569150"/>
          </a:xfrm>
        </p:spPr>
        <p:txBody>
          <a:bodyPr anchor="b">
            <a:normAutofit/>
          </a:bodyPr>
          <a:lstStyle/>
          <a:p>
            <a:r>
              <a:rPr lang="en-US" sz="4000" dirty="0"/>
              <a:t>MY DREAM VACATION</a:t>
            </a:r>
            <a:br>
              <a:rPr lang="en-US" sz="4000" dirty="0"/>
            </a:br>
            <a:r>
              <a:rPr lang="en-US" sz="1600" dirty="0"/>
              <a:t>name – RAHUL Dev </a:t>
            </a:r>
            <a:r>
              <a:rPr lang="en-US" sz="1600" dirty="0" err="1"/>
              <a:t>mahato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299D8B-58FE-DAC2-D093-2C827C15E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5300" y="1208146"/>
            <a:ext cx="3137031" cy="979680"/>
          </a:xfrm>
        </p:spPr>
        <p:txBody>
          <a:bodyPr anchor="t">
            <a:normAutofit fontScale="85000" lnSpcReduction="20000"/>
          </a:bodyPr>
          <a:lstStyle/>
          <a:p>
            <a:pPr algn="l">
              <a:lnSpc>
                <a:spcPts val="2700"/>
              </a:lnSpc>
              <a:buNone/>
            </a:pPr>
            <a:r>
              <a:rPr lang="en-IN" sz="4200" b="0" i="0" dirty="0">
                <a:solidFill>
                  <a:schemeClr val="bg1">
                    <a:lumMod val="50000"/>
                  </a:schemeClr>
                </a:solidFill>
                <a:effectLst/>
                <a:latin typeface="Google Sans"/>
              </a:rPr>
              <a:t>Bally </a:t>
            </a:r>
          </a:p>
          <a:p>
            <a:pPr>
              <a:buNone/>
            </a:pPr>
            <a:br>
              <a:rPr lang="en-IN" sz="1600" b="0" i="0" dirty="0">
                <a:solidFill>
                  <a:srgbClr val="ECECEC"/>
                </a:solidFill>
                <a:effectLst/>
                <a:latin typeface="Arial" panose="020B0604020202020204" pitchFamily="34" charset="0"/>
              </a:rPr>
            </a:br>
            <a:endParaRPr lang="en-IN" sz="1800" dirty="0"/>
          </a:p>
        </p:txBody>
      </p:sp>
      <p:pic>
        <p:nvPicPr>
          <p:cNvPr id="4" name="Picture 3" descr="A hammock at the beach">
            <a:extLst>
              <a:ext uri="{FF2B5EF4-FFF2-40B4-BE49-F238E27FC236}">
                <a16:creationId xmlns:a16="http://schemas.microsoft.com/office/drawing/2014/main" id="{BE42FCB1-082D-C5F2-B92D-3BC37EA093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76" r="13669" b="-1"/>
          <a:stretch/>
        </p:blipFill>
        <p:spPr>
          <a:xfrm>
            <a:off x="20" y="10"/>
            <a:ext cx="7320707" cy="685798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153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64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E427F-D5EC-7F25-CCA3-3A81984DE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IN" sz="3200" b="0" i="0">
                <a:effectLst/>
                <a:latin typeface="arial" panose="020B0604020202020204" pitchFamily="34" charset="0"/>
              </a:rPr>
              <a:t>travel schedule</a:t>
            </a:r>
            <a:endParaRPr lang="en-IN" sz="320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E7C9045-C269-9B00-EF31-1830B13B92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7409258"/>
              </p:ext>
            </p:extLst>
          </p:nvPr>
        </p:nvGraphicFramePr>
        <p:xfrm>
          <a:off x="4519772" y="1917192"/>
          <a:ext cx="6968141" cy="4029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08">
                  <a:extLst>
                    <a:ext uri="{9D8B030D-6E8A-4147-A177-3AD203B41FA5}">
                      <a16:colId xmlns:a16="http://schemas.microsoft.com/office/drawing/2014/main" val="402727834"/>
                    </a:ext>
                  </a:extLst>
                </a:gridCol>
                <a:gridCol w="1668970">
                  <a:extLst>
                    <a:ext uri="{9D8B030D-6E8A-4147-A177-3AD203B41FA5}">
                      <a16:colId xmlns:a16="http://schemas.microsoft.com/office/drawing/2014/main" val="2283636235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67132301"/>
                    </a:ext>
                  </a:extLst>
                </a:gridCol>
                <a:gridCol w="2191513">
                  <a:extLst>
                    <a:ext uri="{9D8B030D-6E8A-4147-A177-3AD203B41FA5}">
                      <a16:colId xmlns:a16="http://schemas.microsoft.com/office/drawing/2014/main" val="2999981234"/>
                    </a:ext>
                  </a:extLst>
                </a:gridCol>
              </a:tblGrid>
              <a:tr h="509016">
                <a:tc>
                  <a:txBody>
                    <a:bodyPr/>
                    <a:lstStyle/>
                    <a:p>
                      <a:r>
                        <a:rPr lang="en-US" sz="2000" dirty="0"/>
                        <a:t>DATE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TRANSPORT</a:t>
                      </a:r>
                      <a:endParaRPr lang="en-IN" sz="16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HOTEL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ACTIVITES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83893928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n-US" sz="3300" dirty="0"/>
                        <a:t>Feb 14</a:t>
                      </a:r>
                      <a:endParaRPr lang="en-IN" sz="33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KOLKATA TO BALI</a:t>
                      </a:r>
                    </a:p>
                    <a:p>
                      <a:r>
                        <a:rPr lang="en-US" sz="1800" dirty="0"/>
                        <a:t>(FLIGHT)</a:t>
                      </a:r>
                      <a:endParaRPr lang="en-IN" sz="18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NIZAM PLACE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SIDE SCENE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66379293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n-US" sz="3300" dirty="0"/>
                        <a:t>Feb 15</a:t>
                      </a:r>
                      <a:endParaRPr lang="en-IN" sz="33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RENT CAR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SUBIR STAY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BEACH TOUR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80722836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n-US" sz="3300" dirty="0"/>
                        <a:t>Feb 16</a:t>
                      </a:r>
                      <a:endParaRPr lang="en-IN" sz="33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BALI TO KOLKATA</a:t>
                      </a:r>
                    </a:p>
                    <a:p>
                      <a:r>
                        <a:rPr lang="en-US" sz="2000" dirty="0"/>
                        <a:t>(FLIGHT)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NIZAM PLACE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SIDE SCENE</a:t>
                      </a:r>
                      <a:endParaRPr lang="en-IN" sz="2000" dirty="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130532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618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9DBFC-D257-9CE4-0F3D-544C070FF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Budget Breakdown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C35E0-3FDB-3C81-71B6-B7A22A0E6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1F3F3F80-F781-BDA3-9B2D-93D31AB917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7981038"/>
              </p:ext>
            </p:extLst>
          </p:nvPr>
        </p:nvGraphicFramePr>
        <p:xfrm>
          <a:off x="5315712" y="1066801"/>
          <a:ext cx="6172200" cy="4802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7412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478C87-DCAD-9516-6645-FC3272BC3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9165" y="1361440"/>
            <a:ext cx="3324281" cy="26946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0" i="0" dirty="0">
                <a:effectLst/>
              </a:rPr>
              <a:t>Vacation Highlights</a:t>
            </a:r>
            <a:endParaRPr lang="en-US" sz="4400" dirty="0"/>
          </a:p>
        </p:txBody>
      </p:sp>
      <p:pic>
        <p:nvPicPr>
          <p:cNvPr id="4" name="videoplayback">
            <a:hlinkClick r:id="" action="ppaction://media"/>
            <a:extLst>
              <a:ext uri="{FF2B5EF4-FFF2-40B4-BE49-F238E27FC236}">
                <a16:creationId xmlns:a16="http://schemas.microsoft.com/office/drawing/2014/main" id="{63E3ECC2-D61F-549B-B3DF-4F43A570FBA4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97261" y="1325554"/>
            <a:ext cx="7478918" cy="4206891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491F31-6557-2984-60B7-24907747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82959" y="662940"/>
            <a:ext cx="0" cy="553212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03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18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6F4F29-F24A-277C-A78B-AF8B2E0C4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9165" y="1361440"/>
            <a:ext cx="3324281" cy="26946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0" i="0">
                <a:effectLst/>
              </a:rPr>
              <a:t>Packing List </a:t>
            </a:r>
            <a:endParaRPr lang="en-US" sz="44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7491F31-6557-2984-60B7-24907747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82959" y="662940"/>
            <a:ext cx="0" cy="553212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AC977B8-73DD-0125-2C6B-188197AA25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4708646"/>
              </p:ext>
            </p:extLst>
          </p:nvPr>
        </p:nvGraphicFramePr>
        <p:xfrm>
          <a:off x="497261" y="1799898"/>
          <a:ext cx="7478920" cy="3286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843">
                  <a:extLst>
                    <a:ext uri="{9D8B030D-6E8A-4147-A177-3AD203B41FA5}">
                      <a16:colId xmlns:a16="http://schemas.microsoft.com/office/drawing/2014/main" val="503392819"/>
                    </a:ext>
                  </a:extLst>
                </a:gridCol>
                <a:gridCol w="2085646">
                  <a:extLst>
                    <a:ext uri="{9D8B030D-6E8A-4147-A177-3AD203B41FA5}">
                      <a16:colId xmlns:a16="http://schemas.microsoft.com/office/drawing/2014/main" val="1350877577"/>
                    </a:ext>
                  </a:extLst>
                </a:gridCol>
                <a:gridCol w="3118431">
                  <a:extLst>
                    <a:ext uri="{9D8B030D-6E8A-4147-A177-3AD203B41FA5}">
                      <a16:colId xmlns:a16="http://schemas.microsoft.com/office/drawing/2014/main" val="1913056168"/>
                    </a:ext>
                  </a:extLst>
                </a:gridCol>
              </a:tblGrid>
              <a:tr h="862466">
                <a:tc>
                  <a:txBody>
                    <a:bodyPr/>
                    <a:lstStyle/>
                    <a:p>
                      <a:r>
                        <a:rPr lang="en-IN" sz="2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CLOTHES</a:t>
                      </a:r>
                      <a:endParaRPr lang="en-IN" sz="2800" b="1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GEAR</a:t>
                      </a:r>
                      <a:endParaRPr lang="en-IN" sz="2800" b="1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2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en-IN" sz="2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RAVEL ESSENTIALS</a:t>
                      </a:r>
                      <a:endParaRPr lang="en-IN" sz="2400" b="1" dirty="0"/>
                    </a:p>
                  </a:txBody>
                  <a:tcPr marL="159716" marR="159716" marT="79858" marB="79858"/>
                </a:tc>
                <a:extLst>
                  <a:ext uri="{0D108BD9-81ED-4DB2-BD59-A6C34878D82A}">
                    <a16:rowId xmlns:a16="http://schemas.microsoft.com/office/drawing/2014/main" val="3690742679"/>
                  </a:ext>
                </a:extLst>
              </a:tr>
              <a:tr h="798580">
                <a:tc>
                  <a:txBody>
                    <a:bodyPr/>
                    <a:lstStyle/>
                    <a:p>
                      <a:r>
                        <a:rPr lang="en-US" sz="3100" dirty="0"/>
                        <a:t>T SHIRT</a:t>
                      </a:r>
                      <a:endParaRPr lang="en-IN" sz="3100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3100" dirty="0"/>
                        <a:t>DSLR</a:t>
                      </a:r>
                      <a:endParaRPr lang="en-IN" sz="3100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TOOTHBRUSH</a:t>
                      </a:r>
                      <a:endParaRPr lang="en-IN" sz="3000" dirty="0"/>
                    </a:p>
                  </a:txBody>
                  <a:tcPr marL="159716" marR="159716" marT="79858" marB="79858"/>
                </a:tc>
                <a:extLst>
                  <a:ext uri="{0D108BD9-81ED-4DB2-BD59-A6C34878D82A}">
                    <a16:rowId xmlns:a16="http://schemas.microsoft.com/office/drawing/2014/main" val="939989999"/>
                  </a:ext>
                </a:extLst>
              </a:tr>
              <a:tr h="798580">
                <a:tc>
                  <a:txBody>
                    <a:bodyPr/>
                    <a:lstStyle/>
                    <a:p>
                      <a:r>
                        <a:rPr lang="en-US" sz="3100" dirty="0"/>
                        <a:t>TROUSER</a:t>
                      </a:r>
                      <a:endParaRPr lang="en-IN" sz="3100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STAND</a:t>
                      </a:r>
                      <a:endParaRPr lang="en-IN" sz="3000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3100" dirty="0"/>
                        <a:t>COMB</a:t>
                      </a:r>
                      <a:endParaRPr lang="en-IN" sz="3100" dirty="0"/>
                    </a:p>
                  </a:txBody>
                  <a:tcPr marL="159716" marR="159716" marT="79858" marB="79858"/>
                </a:tc>
                <a:extLst>
                  <a:ext uri="{0D108BD9-81ED-4DB2-BD59-A6C34878D82A}">
                    <a16:rowId xmlns:a16="http://schemas.microsoft.com/office/drawing/2014/main" val="3436860631"/>
                  </a:ext>
                </a:extLst>
              </a:tr>
              <a:tr h="798580">
                <a:tc>
                  <a:txBody>
                    <a:bodyPr/>
                    <a:lstStyle/>
                    <a:p>
                      <a:endParaRPr lang="en-IN" sz="3100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LAPTOP</a:t>
                      </a:r>
                      <a:endParaRPr lang="en-IN" sz="3000" dirty="0"/>
                    </a:p>
                  </a:txBody>
                  <a:tcPr marL="159716" marR="159716" marT="79858" marB="79858"/>
                </a:tc>
                <a:tc>
                  <a:txBody>
                    <a:bodyPr/>
                    <a:lstStyle/>
                    <a:p>
                      <a:r>
                        <a:rPr lang="en-US" sz="3100" dirty="0"/>
                        <a:t>HEAD PHONE</a:t>
                      </a:r>
                      <a:endParaRPr lang="en-IN" sz="3100" dirty="0"/>
                    </a:p>
                  </a:txBody>
                  <a:tcPr marL="159716" marR="159716" marT="79858" marB="79858"/>
                </a:tc>
                <a:extLst>
                  <a:ext uri="{0D108BD9-81ED-4DB2-BD59-A6C34878D82A}">
                    <a16:rowId xmlns:a16="http://schemas.microsoft.com/office/drawing/2014/main" val="2621621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9866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Landscape view of a cottage by the sea at dusk">
            <a:extLst>
              <a:ext uri="{FF2B5EF4-FFF2-40B4-BE49-F238E27FC236}">
                <a16:creationId xmlns:a16="http://schemas.microsoft.com/office/drawing/2014/main" id="{31375BDC-0131-C5C5-6EEC-0703B4EED4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5094"/>
          <a:stretch/>
        </p:blipFill>
        <p:spPr>
          <a:xfrm>
            <a:off x="-1" y="7160"/>
            <a:ext cx="12191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6EDFB3-7049-3314-95F3-B8526DC89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871759"/>
            <a:ext cx="5067300" cy="34970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b="0" i="0">
                <a:solidFill>
                  <a:srgbClr val="FFFFFF"/>
                </a:solidFill>
                <a:effectLst/>
              </a:rPr>
              <a:t>Conclusion </a:t>
            </a:r>
            <a:br>
              <a:rPr lang="en-US" sz="2200" b="0" i="0">
                <a:solidFill>
                  <a:srgbClr val="FFFFFF"/>
                </a:solidFill>
                <a:effectLst/>
              </a:rPr>
            </a:br>
            <a:br>
              <a:rPr lang="en-US" sz="2200" b="0" i="0">
                <a:solidFill>
                  <a:srgbClr val="FFFFFF"/>
                </a:solidFill>
                <a:effectLst/>
              </a:rPr>
            </a:br>
            <a:br>
              <a:rPr lang="en-US" sz="2200" b="0" i="0">
                <a:solidFill>
                  <a:srgbClr val="FFFFFF"/>
                </a:solidFill>
                <a:effectLst/>
              </a:rPr>
            </a:br>
            <a:br>
              <a:rPr lang="en-US" sz="2200" b="0" i="0">
                <a:solidFill>
                  <a:srgbClr val="FFFFFF"/>
                </a:solidFill>
                <a:effectLst/>
              </a:rPr>
            </a:br>
            <a:br>
              <a:rPr lang="en-US" sz="2200" b="0" i="0">
                <a:solidFill>
                  <a:srgbClr val="FFFFFF"/>
                </a:solidFill>
                <a:effectLst/>
              </a:rPr>
            </a:br>
            <a:br>
              <a:rPr lang="en-US" sz="2200" b="0" i="0">
                <a:solidFill>
                  <a:srgbClr val="FFFFFF"/>
                </a:solidFill>
                <a:effectLst/>
              </a:rPr>
            </a:br>
            <a:r>
              <a:rPr lang="en-US" sz="2200" i="1">
                <a:solidFill>
                  <a:srgbClr val="FFFFFF"/>
                </a:solidFill>
              </a:rPr>
              <a:t>“Bali is the perfect mix of relaxation , adventure , and culture . I can’t wait to explore its beauty and unwind on its stynning beaches”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55FC5E-C133-5826-7C34-0A291C6D2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5157694"/>
            <a:ext cx="5019676" cy="976406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000">
              <a:solidFill>
                <a:srgbClr val="FFFFFF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summer-vacation-215823">
            <a:hlinkClick r:id="" action="ppaction://media"/>
            <a:extLst>
              <a:ext uri="{FF2B5EF4-FFF2-40B4-BE49-F238E27FC236}">
                <a16:creationId xmlns:a16="http://schemas.microsoft.com/office/drawing/2014/main" id="{8F06C4EB-DCBA-EFEE-886F-8B76E49ABF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87100" y="583798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87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23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109</Words>
  <Application>Microsoft Office PowerPoint</Application>
  <PresentationFormat>Widescreen</PresentationFormat>
  <Paragraphs>38</Paragraphs>
  <Slides>6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</vt:lpstr>
      <vt:lpstr>Calisto MT</vt:lpstr>
      <vt:lpstr>Google Sans</vt:lpstr>
      <vt:lpstr>Univers Condensed</vt:lpstr>
      <vt:lpstr>ChronicleVTI</vt:lpstr>
      <vt:lpstr>MY DREAM VACATION name – RAHUL Dev mahato</vt:lpstr>
      <vt:lpstr>travel schedule</vt:lpstr>
      <vt:lpstr>Budget Breakdown</vt:lpstr>
      <vt:lpstr>Vacation Highlights</vt:lpstr>
      <vt:lpstr>Packing List </vt:lpstr>
      <vt:lpstr>Conclusion       “Bali is the perfect mix of relaxation , adventure , and culture . I can’t wait to explore its beauty and unwind on its stynning beaches”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DREAM VACATION name – Ananya dey</dc:title>
  <dc:creator>IT TMSL</dc:creator>
  <cp:lastModifiedBy>Mantrit Bar</cp:lastModifiedBy>
  <cp:revision>4</cp:revision>
  <dcterms:created xsi:type="dcterms:W3CDTF">2025-04-24T23:49:18Z</dcterms:created>
  <dcterms:modified xsi:type="dcterms:W3CDTF">2025-05-03T08:53:13Z</dcterms:modified>
</cp:coreProperties>
</file>