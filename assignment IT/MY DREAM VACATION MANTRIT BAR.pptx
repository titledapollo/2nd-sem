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3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BREAKDOWN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FLIGHTS</c:v>
                </c:pt>
                <c:pt idx="1">
                  <c:v>ACCOMMODATION</c:v>
                </c:pt>
                <c:pt idx="2">
                  <c:v>FOOD</c:v>
                </c:pt>
                <c:pt idx="3">
                  <c:v>GIFTS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20000</c:v>
                </c:pt>
                <c:pt idx="1">
                  <c:v>30000</c:v>
                </c:pt>
                <c:pt idx="2">
                  <c:v>50000</c:v>
                </c:pt>
                <c:pt idx="3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8-4519-8DA5-A36C48E07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2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5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6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1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1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1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4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676B4-8D65-F75D-2BCA-ECB11906B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/>
          </a:bodyPr>
          <a:lstStyle/>
          <a:p>
            <a:r>
              <a:rPr lang="en-US" sz="4000" dirty="0"/>
              <a:t>MY DREAM VACATION</a:t>
            </a:r>
            <a:br>
              <a:rPr lang="en-US" sz="4000" dirty="0"/>
            </a:br>
            <a:r>
              <a:rPr lang="en-US" sz="1600" dirty="0"/>
              <a:t>name – </a:t>
            </a:r>
            <a:r>
              <a:rPr lang="en-US" sz="1600" dirty="0" err="1"/>
              <a:t>Mantrit</a:t>
            </a:r>
            <a:r>
              <a:rPr lang="en-US" sz="1600" dirty="0"/>
              <a:t> Bar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99D8B-58FE-DAC2-D093-2C827C15E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300" y="1208146"/>
            <a:ext cx="3137031" cy="979680"/>
          </a:xfrm>
        </p:spPr>
        <p:txBody>
          <a:bodyPr anchor="t">
            <a:normAutofit fontScale="85000" lnSpcReduction="20000"/>
          </a:bodyPr>
          <a:lstStyle/>
          <a:p>
            <a:pPr algn="l">
              <a:lnSpc>
                <a:spcPts val="2700"/>
              </a:lnSpc>
              <a:buNone/>
            </a:pPr>
            <a:r>
              <a:rPr lang="en-IN" sz="4200" b="0" i="0" dirty="0">
                <a:solidFill>
                  <a:schemeClr val="bg1">
                    <a:lumMod val="50000"/>
                  </a:schemeClr>
                </a:solidFill>
                <a:effectLst/>
                <a:latin typeface="Google Sans"/>
              </a:rPr>
              <a:t>Bally </a:t>
            </a:r>
          </a:p>
          <a:p>
            <a:pPr>
              <a:buNone/>
            </a:pPr>
            <a:br>
              <a:rPr lang="en-IN" sz="1600" b="0" i="0" dirty="0">
                <a:solidFill>
                  <a:srgbClr val="ECECEC"/>
                </a:solidFill>
                <a:effectLst/>
                <a:latin typeface="Arial" panose="020B0604020202020204" pitchFamily="34" charset="0"/>
              </a:rPr>
            </a:br>
            <a:endParaRPr lang="en-IN" sz="1800" dirty="0"/>
          </a:p>
        </p:txBody>
      </p:sp>
      <p:pic>
        <p:nvPicPr>
          <p:cNvPr id="4" name="Picture 3" descr="A hammock at the beach">
            <a:extLst>
              <a:ext uri="{FF2B5EF4-FFF2-40B4-BE49-F238E27FC236}">
                <a16:creationId xmlns:a16="http://schemas.microsoft.com/office/drawing/2014/main" id="{BE42FCB1-082D-C5F2-B92D-3BC37EA0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76" r="13669" b="-1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4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E427F-D5EC-7F25-CCA3-3A81984D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IN" sz="3200" b="0" i="0">
                <a:effectLst/>
                <a:latin typeface="arial" panose="020B0604020202020204" pitchFamily="34" charset="0"/>
              </a:rPr>
              <a:t>travel schedule</a:t>
            </a:r>
            <a:endParaRPr lang="en-IN" sz="32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7C9045-C269-9B00-EF31-1830B13B92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409258"/>
              </p:ext>
            </p:extLst>
          </p:nvPr>
        </p:nvGraphicFramePr>
        <p:xfrm>
          <a:off x="4519772" y="1917192"/>
          <a:ext cx="6968141" cy="4029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08">
                  <a:extLst>
                    <a:ext uri="{9D8B030D-6E8A-4147-A177-3AD203B41FA5}">
                      <a16:colId xmlns:a16="http://schemas.microsoft.com/office/drawing/2014/main" val="402727834"/>
                    </a:ext>
                  </a:extLst>
                </a:gridCol>
                <a:gridCol w="1668970">
                  <a:extLst>
                    <a:ext uri="{9D8B030D-6E8A-4147-A177-3AD203B41FA5}">
                      <a16:colId xmlns:a16="http://schemas.microsoft.com/office/drawing/2014/main" val="2283636235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67132301"/>
                    </a:ext>
                  </a:extLst>
                </a:gridCol>
                <a:gridCol w="2191513">
                  <a:extLst>
                    <a:ext uri="{9D8B030D-6E8A-4147-A177-3AD203B41FA5}">
                      <a16:colId xmlns:a16="http://schemas.microsoft.com/office/drawing/2014/main" val="2999981234"/>
                    </a:ext>
                  </a:extLst>
                </a:gridCol>
              </a:tblGrid>
              <a:tr h="509016">
                <a:tc>
                  <a:txBody>
                    <a:bodyPr/>
                    <a:lstStyle/>
                    <a:p>
                      <a:r>
                        <a:rPr lang="en-US" sz="2000" dirty="0"/>
                        <a:t>DATE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</a:t>
                      </a:r>
                      <a:endParaRPr lang="en-IN" sz="16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HOTEL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ACTIVITES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83893928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14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KOLKATA TO BALI</a:t>
                      </a:r>
                    </a:p>
                    <a:p>
                      <a:r>
                        <a:rPr lang="en-US" sz="1800" dirty="0"/>
                        <a:t>(FLIGHT)</a:t>
                      </a:r>
                      <a:endParaRPr lang="en-IN" sz="18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NIZAM PLACE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SIDE SCENE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66379293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15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RENT CAR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SUBIR STAY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BEACH TOUR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80722836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16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BALI TO KOLKATA</a:t>
                      </a:r>
                    </a:p>
                    <a:p>
                      <a:r>
                        <a:rPr lang="en-US" sz="2000" dirty="0"/>
                        <a:t>(FLIGHT)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NIZAM PLACE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SIDE SCENE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30532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18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DBFC-D257-9CE4-0F3D-544C070F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Budget Breakdown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C35E0-3FDB-3C81-71B6-B7A22A0E6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F3F3F80-F781-BDA3-9B2D-93D31AB917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981038"/>
              </p:ext>
            </p:extLst>
          </p:nvPr>
        </p:nvGraphicFramePr>
        <p:xfrm>
          <a:off x="5315712" y="1066801"/>
          <a:ext cx="6172200" cy="4802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41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78C87-DCAD-9516-6645-FC3272BC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i="0" dirty="0">
                <a:effectLst/>
              </a:rPr>
              <a:t>Vacation Highlights</a:t>
            </a:r>
            <a:endParaRPr lang="en-US" sz="4400" dirty="0"/>
          </a:p>
        </p:txBody>
      </p:sp>
      <p:pic>
        <p:nvPicPr>
          <p:cNvPr id="4" name="videoplayback">
            <a:hlinkClick r:id="" action="ppaction://media"/>
            <a:extLst>
              <a:ext uri="{FF2B5EF4-FFF2-40B4-BE49-F238E27FC236}">
                <a16:creationId xmlns:a16="http://schemas.microsoft.com/office/drawing/2014/main" id="{63E3ECC2-D61F-549B-B3DF-4F43A570FBA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7261" y="1325554"/>
            <a:ext cx="7478918" cy="420689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F4F29-F24A-277C-A78B-AF8B2E0C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i="0">
                <a:effectLst/>
              </a:rPr>
              <a:t>Packing List </a:t>
            </a:r>
            <a:endParaRPr lang="en-US" sz="4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C977B8-73DD-0125-2C6B-188197AA2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708646"/>
              </p:ext>
            </p:extLst>
          </p:nvPr>
        </p:nvGraphicFramePr>
        <p:xfrm>
          <a:off x="497261" y="1799898"/>
          <a:ext cx="7478920" cy="328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843">
                  <a:extLst>
                    <a:ext uri="{9D8B030D-6E8A-4147-A177-3AD203B41FA5}">
                      <a16:colId xmlns:a16="http://schemas.microsoft.com/office/drawing/2014/main" val="503392819"/>
                    </a:ext>
                  </a:extLst>
                </a:gridCol>
                <a:gridCol w="2085646">
                  <a:extLst>
                    <a:ext uri="{9D8B030D-6E8A-4147-A177-3AD203B41FA5}">
                      <a16:colId xmlns:a16="http://schemas.microsoft.com/office/drawing/2014/main" val="1350877577"/>
                    </a:ext>
                  </a:extLst>
                </a:gridCol>
                <a:gridCol w="3118431">
                  <a:extLst>
                    <a:ext uri="{9D8B030D-6E8A-4147-A177-3AD203B41FA5}">
                      <a16:colId xmlns:a16="http://schemas.microsoft.com/office/drawing/2014/main" val="1913056168"/>
                    </a:ext>
                  </a:extLst>
                </a:gridCol>
              </a:tblGrid>
              <a:tr h="862466">
                <a:tc>
                  <a:txBody>
                    <a:bodyPr/>
                    <a:lstStyle/>
                    <a:p>
                      <a:r>
                        <a:rPr lang="en-IN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CLOTHES</a:t>
                      </a:r>
                      <a:endParaRPr lang="en-IN" sz="2800" b="1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GEAR</a:t>
                      </a:r>
                      <a:endParaRPr lang="en-IN" sz="2800" b="1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IN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 ESSENTIALS</a:t>
                      </a:r>
                      <a:endParaRPr lang="en-IN" sz="2400" b="1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3690742679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r>
                        <a:rPr lang="en-US" sz="3100" dirty="0"/>
                        <a:t>T SHIRT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DSLR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TOOTHBRUSH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939989999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r>
                        <a:rPr lang="en-US" sz="3100" dirty="0"/>
                        <a:t>TROUSER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STAND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COMB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3436860631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LAPTOP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HEAD PHONE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262162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86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andscape view of a cottage by the sea at dusk">
            <a:extLst>
              <a:ext uri="{FF2B5EF4-FFF2-40B4-BE49-F238E27FC236}">
                <a16:creationId xmlns:a16="http://schemas.microsoft.com/office/drawing/2014/main" id="{31375BDC-0131-C5C5-6EEC-0703B4EED4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094"/>
          <a:stretch/>
        </p:blipFill>
        <p:spPr>
          <a:xfrm>
            <a:off x="-1" y="716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6EDFB3-7049-3314-95F3-B8526DC8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0" i="0">
                <a:solidFill>
                  <a:srgbClr val="FFFFFF"/>
                </a:solidFill>
                <a:effectLst/>
              </a:rPr>
              <a:t>Conclusion </a:t>
            </a: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r>
              <a:rPr lang="en-US" sz="2200" i="1">
                <a:solidFill>
                  <a:srgbClr val="FFFFFF"/>
                </a:solidFill>
              </a:rPr>
              <a:t>“Bali is the perfect mix of relaxation , adventure , and culture . I can’t wait to explore its beauty and unwind on its stynning beaches”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5FC5E-C133-5826-7C34-0A291C6D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5157694"/>
            <a:ext cx="5019676" cy="97640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summer-vacation-215823">
            <a:hlinkClick r:id="" action="ppaction://media"/>
            <a:extLst>
              <a:ext uri="{FF2B5EF4-FFF2-40B4-BE49-F238E27FC236}">
                <a16:creationId xmlns:a16="http://schemas.microsoft.com/office/drawing/2014/main" id="{8F06C4EB-DCBA-EFEE-886F-8B76E49ABF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87100" y="58379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87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106</Words>
  <Application>Microsoft Office PowerPoint</Application>
  <PresentationFormat>Widescreen</PresentationFormat>
  <Paragraphs>38</Paragraphs>
  <Slides>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</vt:lpstr>
      <vt:lpstr>Calisto MT</vt:lpstr>
      <vt:lpstr>Google Sans</vt:lpstr>
      <vt:lpstr>Univers Condensed</vt:lpstr>
      <vt:lpstr>ChronicleVTI</vt:lpstr>
      <vt:lpstr>MY DREAM VACATION name – Mantrit Bar</vt:lpstr>
      <vt:lpstr>travel schedule</vt:lpstr>
      <vt:lpstr>Budget Breakdown</vt:lpstr>
      <vt:lpstr>Vacation Highlights</vt:lpstr>
      <vt:lpstr>Packing List </vt:lpstr>
      <vt:lpstr>Conclusion       “Bali is the perfect mix of relaxation , adventure , and culture . I can’t wait to explore its beauty and unwind on its stynning beaches”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 TMSL</dc:creator>
  <cp:lastModifiedBy>IT TMSL</cp:lastModifiedBy>
  <cp:revision>2</cp:revision>
  <dcterms:created xsi:type="dcterms:W3CDTF">2025-04-24T23:49:18Z</dcterms:created>
  <dcterms:modified xsi:type="dcterms:W3CDTF">2025-04-25T01:27:12Z</dcterms:modified>
</cp:coreProperties>
</file>