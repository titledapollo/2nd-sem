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15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26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3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3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4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6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0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6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0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57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55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69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346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26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21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64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524D213-3498-463C-8F56-427A092312DD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37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doMF0qwtA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1AD2-1EE7-DEC9-BDB5-52653EB1F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686066"/>
          </a:xfrm>
        </p:spPr>
        <p:txBody>
          <a:bodyPr>
            <a:normAutofit fontScale="90000"/>
          </a:bodyPr>
          <a:lstStyle/>
          <a:p>
            <a:br>
              <a:rPr lang="en-US" sz="8800" dirty="0"/>
            </a:br>
            <a:br>
              <a:rPr lang="en-US" sz="8800" dirty="0"/>
            </a:br>
            <a:br>
              <a:rPr lang="en-US" sz="8800" dirty="0"/>
            </a:br>
            <a:br>
              <a:rPr lang="en-US" sz="8800" dirty="0"/>
            </a:br>
            <a:br>
              <a:rPr lang="en-US" sz="8800" dirty="0">
                <a:solidFill>
                  <a:srgbClr val="0070C0"/>
                </a:solidFill>
              </a:rPr>
            </a:br>
            <a:r>
              <a:rPr lang="en-US" sz="8800" dirty="0">
                <a:solidFill>
                  <a:srgbClr val="0070C0"/>
                </a:solidFill>
              </a:rPr>
              <a:t>ABOUT ME</a:t>
            </a:r>
            <a:endParaRPr lang="en-IN" sz="88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B53A5-7605-FBF4-6D51-79B6739A7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5042" y="3535052"/>
            <a:ext cx="8612957" cy="106522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                    ANANYA DEY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4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D10D-1658-7C9F-C86F-F63CF371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PERSONAL INTERSTS: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548A6-A576-A183-A182-35D37AE3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812" y="2492117"/>
            <a:ext cx="9590988" cy="2108162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TRAVELLING.</a:t>
            </a:r>
          </a:p>
          <a:p>
            <a:r>
              <a:rPr lang="en-US" sz="3200" dirty="0"/>
              <a:t>WATCHING MOVIES.</a:t>
            </a:r>
          </a:p>
          <a:p>
            <a:r>
              <a:rPr lang="en-US" sz="3200" dirty="0"/>
              <a:t>READING HORROR NOVELS.</a:t>
            </a:r>
          </a:p>
          <a:p>
            <a:r>
              <a:rPr lang="en-US" sz="3200" dirty="0"/>
              <a:t>LISTENING TO MUSIC.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9DC1A-C715-51C0-70E6-1C698B86CC2C}"/>
              </a:ext>
            </a:extLst>
          </p:cNvPr>
          <p:cNvSpPr txBox="1"/>
          <p:nvPr/>
        </p:nvSpPr>
        <p:spPr>
          <a:xfrm>
            <a:off x="6096000" y="5006906"/>
            <a:ext cx="525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CLICK TO WATCH MY FAVOURITE MOVIE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90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A9568B-A07F-FC32-57C1-D3DCC4948C93}"/>
              </a:ext>
            </a:extLst>
          </p:cNvPr>
          <p:cNvSpPr txBox="1"/>
          <p:nvPr/>
        </p:nvSpPr>
        <p:spPr>
          <a:xfrm>
            <a:off x="1577419" y="754144"/>
            <a:ext cx="9037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70C0"/>
                </a:solidFill>
              </a:rPr>
              <a:t>FAVOURITE MOVIES:</a:t>
            </a:r>
            <a:endParaRPr lang="en-IN" sz="5400" dirty="0">
              <a:solidFill>
                <a:srgbClr val="0070C0"/>
              </a:solidFill>
            </a:endParaRPr>
          </a:p>
        </p:txBody>
      </p:sp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918C160-D99C-91CE-83F1-6B6B52A2FB2A}"/>
              </a:ext>
            </a:extLst>
          </p:cNvPr>
          <p:cNvSpPr/>
          <p:nvPr/>
        </p:nvSpPr>
        <p:spPr>
          <a:xfrm>
            <a:off x="1577419" y="3110845"/>
            <a:ext cx="8726078" cy="1065229"/>
          </a:xfrm>
          <a:prstGeom prst="actionButtonForwardNex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18013-92C2-7CF6-9E96-88D791DE832B}"/>
              </a:ext>
            </a:extLst>
          </p:cNvPr>
          <p:cNvSpPr txBox="1"/>
          <p:nvPr/>
        </p:nvSpPr>
        <p:spPr>
          <a:xfrm>
            <a:off x="1577419" y="4515439"/>
            <a:ext cx="872607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THE BUTTON TO KNOW MY FAVOURITE MOVIE LIST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35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8A4F-FF17-B39E-9C35-D4356AEC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</a:rPr>
              <a:t>FAVOURITE MOVIES:</a:t>
            </a:r>
            <a:endParaRPr lang="en-IN" sz="5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FA3E0-D877-4069-E3BF-35BD8B527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ANNAND.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MEGHE DHAKA TARA.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KOTHANODI.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PERSUIT OF HAPPINESS.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THE SHAWSHANK REDEMPTION.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THE TRUMAN SHOW.</a:t>
            </a:r>
          </a:p>
        </p:txBody>
      </p:sp>
    </p:spTree>
    <p:extLst>
      <p:ext uri="{BB962C8B-B14F-4D97-AF65-F5344CB8AC3E}">
        <p14:creationId xmlns:p14="http://schemas.microsoft.com/office/powerpoint/2010/main" val="379745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9EC37-A1E2-76C5-BFD3-442F5B41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FUN FACTS</a:t>
            </a:r>
            <a:endParaRPr lang="en-IN" sz="6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Action Button: Blank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A194D35-BA57-F4E4-2A6D-F7593FCA8B9E}"/>
              </a:ext>
            </a:extLst>
          </p:cNvPr>
          <p:cNvSpPr/>
          <p:nvPr/>
        </p:nvSpPr>
        <p:spPr>
          <a:xfrm>
            <a:off x="1291472" y="2828041"/>
            <a:ext cx="4958499" cy="600959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“CLICK FOR A FUN FACT”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85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B1D0-F512-870A-4768-FE9A5FE6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0483"/>
            <a:ext cx="10515600" cy="1900115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“</a:t>
            </a:r>
            <a:r>
              <a:rPr lang="en-US" sz="5400" dirty="0">
                <a:solidFill>
                  <a:srgbClr val="0070C0"/>
                </a:solidFill>
              </a:rPr>
              <a:t>DO YOU KNOW? CAT SLEEP AN AVERAGE OF 15 HOURS PER DAY.</a:t>
            </a:r>
            <a:endParaRPr lang="en-IN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78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1110-E5A4-A36F-DF4A-FA3D1CAA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346" y="365125"/>
            <a:ext cx="8959391" cy="6492875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rgbClr val="0070C0"/>
                </a:solidFill>
              </a:rPr>
              <a:t>THANK YOU</a:t>
            </a:r>
            <a:endParaRPr lang="en-IN" sz="9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4842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56</TotalTime>
  <Words>93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     ABOUT ME</vt:lpstr>
      <vt:lpstr>PERSONAL INTERSTS:</vt:lpstr>
      <vt:lpstr>PowerPoint Presentation</vt:lpstr>
      <vt:lpstr>FAVOURITE MOVIES:</vt:lpstr>
      <vt:lpstr>FUN FACTS</vt:lpstr>
      <vt:lpstr>“DO YOU KNOW? CAT SLEEP AN AVERAGE OF 15 HOURS PER DAY.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ABOUT ME</dc:title>
  <dc:creator>Dipankar Baidya</dc:creator>
  <cp:lastModifiedBy>Mantrit Bar</cp:lastModifiedBy>
  <cp:revision>4</cp:revision>
  <dcterms:created xsi:type="dcterms:W3CDTF">2025-04-11T21:58:26Z</dcterms:created>
  <dcterms:modified xsi:type="dcterms:W3CDTF">2025-05-03T14:21:23Z</dcterms:modified>
</cp:coreProperties>
</file>