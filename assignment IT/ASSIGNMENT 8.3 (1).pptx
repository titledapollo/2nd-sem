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nkar Baidya" userId="47dba0c2345e905b" providerId="LiveId" clId="{3CAB42ED-8145-4453-8890-316B2D41503C}"/>
    <pc:docChg chg="undo custSel addSld modSld">
      <pc:chgData name="Dipankar Baidya" userId="47dba0c2345e905b" providerId="LiveId" clId="{3CAB42ED-8145-4453-8890-316B2D41503C}" dt="2025-04-12T03:38:35.256" v="299" actId="1076"/>
      <pc:docMkLst>
        <pc:docMk/>
      </pc:docMkLst>
      <pc:sldChg chg="modSp mod">
        <pc:chgData name="Dipankar Baidya" userId="47dba0c2345e905b" providerId="LiveId" clId="{3CAB42ED-8145-4453-8890-316B2D41503C}" dt="2025-04-12T03:20:34.212" v="189" actId="207"/>
        <pc:sldMkLst>
          <pc:docMk/>
          <pc:sldMk cId="2951147178" sldId="256"/>
        </pc:sldMkLst>
        <pc:spChg chg="mod">
          <ac:chgData name="Dipankar Baidya" userId="47dba0c2345e905b" providerId="LiveId" clId="{3CAB42ED-8145-4453-8890-316B2D41503C}" dt="2025-04-12T03:20:34.212" v="189" actId="207"/>
          <ac:spMkLst>
            <pc:docMk/>
            <pc:sldMk cId="2951147178" sldId="256"/>
            <ac:spMk id="2" creationId="{42A41AD2-1EE7-DEC9-BDB5-52653EB1FF6A}"/>
          </ac:spMkLst>
        </pc:spChg>
        <pc:spChg chg="mod">
          <ac:chgData name="Dipankar Baidya" userId="47dba0c2345e905b" providerId="LiveId" clId="{3CAB42ED-8145-4453-8890-316B2D41503C}" dt="2025-04-12T03:02:53.274" v="59" actId="14100"/>
          <ac:spMkLst>
            <pc:docMk/>
            <pc:sldMk cId="2951147178" sldId="256"/>
            <ac:spMk id="3" creationId="{4A8B53A5-7605-FBF4-6D51-79B6739A748B}"/>
          </ac:spMkLst>
        </pc:spChg>
      </pc:sldChg>
      <pc:sldChg chg="addSp delSp modSp mod">
        <pc:chgData name="Dipankar Baidya" userId="47dba0c2345e905b" providerId="LiveId" clId="{3CAB42ED-8145-4453-8890-316B2D41503C}" dt="2025-04-12T03:38:35.256" v="299" actId="1076"/>
        <pc:sldMkLst>
          <pc:docMk/>
          <pc:sldMk cId="1783909862" sldId="257"/>
        </pc:sldMkLst>
        <pc:spChg chg="mod">
          <ac:chgData name="Dipankar Baidya" userId="47dba0c2345e905b" providerId="LiveId" clId="{3CAB42ED-8145-4453-8890-316B2D41503C}" dt="2025-04-12T03:30:47.825" v="287"/>
          <ac:spMkLst>
            <pc:docMk/>
            <pc:sldMk cId="1783909862" sldId="257"/>
            <ac:spMk id="2" creationId="{D660D10D-1658-7C9F-C86F-F63CF371CEB2}"/>
          </ac:spMkLst>
        </pc:spChg>
        <pc:spChg chg="mod">
          <ac:chgData name="Dipankar Baidya" userId="47dba0c2345e905b" providerId="LiveId" clId="{3CAB42ED-8145-4453-8890-316B2D41503C}" dt="2025-04-12T03:38:30.016" v="298" actId="27636"/>
          <ac:spMkLst>
            <pc:docMk/>
            <pc:sldMk cId="1783909862" sldId="257"/>
            <ac:spMk id="3" creationId="{AB1548A6-A576-A183-A182-35D37AE3125B}"/>
          </ac:spMkLst>
        </pc:spChg>
        <pc:spChg chg="add del mod">
          <ac:chgData name="Dipankar Baidya" userId="47dba0c2345e905b" providerId="LiveId" clId="{3CAB42ED-8145-4453-8890-316B2D41503C}" dt="2025-04-12T03:10:47.947" v="98"/>
          <ac:spMkLst>
            <pc:docMk/>
            <pc:sldMk cId="1783909862" sldId="257"/>
            <ac:spMk id="4" creationId="{6D1BCBD7-81FC-B940-E51C-5C3377CB9178}"/>
          </ac:spMkLst>
        </pc:spChg>
        <pc:spChg chg="add mod">
          <ac:chgData name="Dipankar Baidya" userId="47dba0c2345e905b" providerId="LiveId" clId="{3CAB42ED-8145-4453-8890-316B2D41503C}" dt="2025-04-12T03:38:35.256" v="299" actId="1076"/>
          <ac:spMkLst>
            <pc:docMk/>
            <pc:sldMk cId="1783909862" sldId="257"/>
            <ac:spMk id="5" creationId="{2F69DC1A-C715-51C0-70E6-1C698B86CC2C}"/>
          </ac:spMkLst>
        </pc:spChg>
      </pc:sldChg>
      <pc:sldChg chg="modSp mod">
        <pc:chgData name="Dipankar Baidya" userId="47dba0c2345e905b" providerId="LiveId" clId="{3CAB42ED-8145-4453-8890-316B2D41503C}" dt="2025-04-12T03:20:22.004" v="187" actId="207"/>
        <pc:sldMkLst>
          <pc:docMk/>
          <pc:sldMk cId="3103351567" sldId="258"/>
        </pc:sldMkLst>
        <pc:spChg chg="mod">
          <ac:chgData name="Dipankar Baidya" userId="47dba0c2345e905b" providerId="LiveId" clId="{3CAB42ED-8145-4453-8890-316B2D41503C}" dt="2025-04-12T03:20:22.004" v="187" actId="207"/>
          <ac:spMkLst>
            <pc:docMk/>
            <pc:sldMk cId="3103351567" sldId="258"/>
            <ac:spMk id="2" creationId="{C4A9568B-A07F-FC32-57C1-D3DCC4948C93}"/>
          </ac:spMkLst>
        </pc:spChg>
      </pc:sldChg>
      <pc:sldChg chg="modSp mod">
        <pc:chgData name="Dipankar Baidya" userId="47dba0c2345e905b" providerId="LiveId" clId="{3CAB42ED-8145-4453-8890-316B2D41503C}" dt="2025-04-12T03:30:47.825" v="287"/>
        <pc:sldMkLst>
          <pc:docMk/>
          <pc:sldMk cId="3797456227" sldId="259"/>
        </pc:sldMkLst>
        <pc:spChg chg="mod">
          <ac:chgData name="Dipankar Baidya" userId="47dba0c2345e905b" providerId="LiveId" clId="{3CAB42ED-8145-4453-8890-316B2D41503C}" dt="2025-04-12T03:30:47.825" v="287"/>
          <ac:spMkLst>
            <pc:docMk/>
            <pc:sldMk cId="3797456227" sldId="259"/>
            <ac:spMk id="2" creationId="{B0D18A4F-FF17-B39E-9C35-D4356AEC677E}"/>
          </ac:spMkLst>
        </pc:spChg>
        <pc:spChg chg="mod">
          <ac:chgData name="Dipankar Baidya" userId="47dba0c2345e905b" providerId="LiveId" clId="{3CAB42ED-8145-4453-8890-316B2D41503C}" dt="2025-04-12T03:30:47.825" v="287"/>
          <ac:spMkLst>
            <pc:docMk/>
            <pc:sldMk cId="3797456227" sldId="259"/>
            <ac:spMk id="3" creationId="{3EDFA3E0-D877-4069-E3BF-35BD8B52742D}"/>
          </ac:spMkLst>
        </pc:spChg>
      </pc:sldChg>
      <pc:sldChg chg="addSp delSp modSp mod">
        <pc:chgData name="Dipankar Baidya" userId="47dba0c2345e905b" providerId="LiveId" clId="{3CAB42ED-8145-4453-8890-316B2D41503C}" dt="2025-04-12T03:37:19.734" v="292" actId="21"/>
        <pc:sldMkLst>
          <pc:docMk/>
          <pc:sldMk cId="836856088" sldId="260"/>
        </pc:sldMkLst>
        <pc:spChg chg="mod">
          <ac:chgData name="Dipankar Baidya" userId="47dba0c2345e905b" providerId="LiveId" clId="{3CAB42ED-8145-4453-8890-316B2D41503C}" dt="2025-04-12T03:30:47.825" v="287"/>
          <ac:spMkLst>
            <pc:docMk/>
            <pc:sldMk cId="836856088" sldId="260"/>
            <ac:spMk id="2" creationId="{0AC9EC37-A1E2-76C5-BFD3-442F5B417D1E}"/>
          </ac:spMkLst>
        </pc:spChg>
        <pc:spChg chg="del mod">
          <ac:chgData name="Dipankar Baidya" userId="47dba0c2345e905b" providerId="LiveId" clId="{3CAB42ED-8145-4453-8890-316B2D41503C}" dt="2025-04-12T03:37:19.734" v="292" actId="21"/>
          <ac:spMkLst>
            <pc:docMk/>
            <pc:sldMk cId="836856088" sldId="260"/>
            <ac:spMk id="3" creationId="{0B2A80B1-DA75-CEFC-EF50-E374DAB1AEFA}"/>
          </ac:spMkLst>
        </pc:spChg>
        <pc:spChg chg="del mod">
          <ac:chgData name="Dipankar Baidya" userId="47dba0c2345e905b" providerId="LiveId" clId="{3CAB42ED-8145-4453-8890-316B2D41503C}" dt="2025-04-12T03:18:27.518" v="153" actId="21"/>
          <ac:spMkLst>
            <pc:docMk/>
            <pc:sldMk cId="836856088" sldId="260"/>
            <ac:spMk id="4" creationId="{A816B89D-AD50-CEB0-FBA7-4EC2C3E2AF8F}"/>
          </ac:spMkLst>
        </pc:spChg>
        <pc:spChg chg="add mod">
          <ac:chgData name="Dipankar Baidya" userId="47dba0c2345e905b" providerId="LiveId" clId="{3CAB42ED-8145-4453-8890-316B2D41503C}" dt="2025-04-12T03:19:43.252" v="181" actId="313"/>
          <ac:spMkLst>
            <pc:docMk/>
            <pc:sldMk cId="836856088" sldId="260"/>
            <ac:spMk id="5" creationId="{1A194D35-BA57-F4E4-2A6D-F7593FCA8B9E}"/>
          </ac:spMkLst>
        </pc:spChg>
      </pc:sldChg>
      <pc:sldChg chg="delSp modSp new mod">
        <pc:chgData name="Dipankar Baidya" userId="47dba0c2345e905b" providerId="LiveId" clId="{3CAB42ED-8145-4453-8890-316B2D41503C}" dt="2025-04-12T03:37:40.824" v="296" actId="14100"/>
        <pc:sldMkLst>
          <pc:docMk/>
          <pc:sldMk cId="1869786783" sldId="261"/>
        </pc:sldMkLst>
        <pc:spChg chg="mod">
          <ac:chgData name="Dipankar Baidya" userId="47dba0c2345e905b" providerId="LiveId" clId="{3CAB42ED-8145-4453-8890-316B2D41503C}" dt="2025-04-12T03:37:40.824" v="296" actId="14100"/>
          <ac:spMkLst>
            <pc:docMk/>
            <pc:sldMk cId="1869786783" sldId="261"/>
            <ac:spMk id="2" creationId="{10CAB1D0-F512-870A-4768-FE9A5FE6C7E0}"/>
          </ac:spMkLst>
        </pc:spChg>
        <pc:spChg chg="del mod">
          <ac:chgData name="Dipankar Baidya" userId="47dba0c2345e905b" providerId="LiveId" clId="{3CAB42ED-8145-4453-8890-316B2D41503C}" dt="2025-04-12T03:37:32.324" v="295" actId="21"/>
          <ac:spMkLst>
            <pc:docMk/>
            <pc:sldMk cId="1869786783" sldId="261"/>
            <ac:spMk id="3" creationId="{FA69E7B0-3506-9066-88E4-84C0C206E09B}"/>
          </ac:spMkLst>
        </pc:spChg>
      </pc:sldChg>
      <pc:sldChg chg="modSp new mod">
        <pc:chgData name="Dipankar Baidya" userId="47dba0c2345e905b" providerId="LiveId" clId="{3CAB42ED-8145-4453-8890-316B2D41503C}" dt="2025-04-12T03:28:05.866" v="286" actId="207"/>
        <pc:sldMkLst>
          <pc:docMk/>
          <pc:sldMk cId="1144484220" sldId="262"/>
        </pc:sldMkLst>
        <pc:spChg chg="mod">
          <ac:chgData name="Dipankar Baidya" userId="47dba0c2345e905b" providerId="LiveId" clId="{3CAB42ED-8145-4453-8890-316B2D41503C}" dt="2025-04-12T03:28:05.866" v="286" actId="207"/>
          <ac:spMkLst>
            <pc:docMk/>
            <pc:sldMk cId="1144484220" sldId="262"/>
            <ac:spMk id="2" creationId="{12BC1110-E5A4-A36F-DF4A-FA3D1CAA7D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15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26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3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3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4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6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0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66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5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57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255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69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46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26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21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4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524D213-3498-463C-8F56-427A092312DD}" type="datetimeFigureOut">
              <a:rPr lang="en-IN" smtClean="0"/>
              <a:t>12-04-2025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3FE672D-1457-4AE3-98C6-6E4854F67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37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doMF0qwtAQ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1AD2-1EE7-DEC9-BDB5-52653EB1F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686066"/>
          </a:xfrm>
        </p:spPr>
        <p:txBody>
          <a:bodyPr>
            <a:normAutofit fontScale="90000"/>
          </a:bodyPr>
          <a:lstStyle/>
          <a:p>
            <a:br>
              <a:rPr lang="en-US" sz="8800" dirty="0"/>
            </a:br>
            <a:br>
              <a:rPr lang="en-US" sz="8800" dirty="0"/>
            </a:br>
            <a:br>
              <a:rPr lang="en-US" sz="8800" dirty="0"/>
            </a:br>
            <a:br>
              <a:rPr lang="en-US" sz="8800" dirty="0"/>
            </a:br>
            <a:br>
              <a:rPr lang="en-US" sz="8800" dirty="0">
                <a:solidFill>
                  <a:srgbClr val="0070C0"/>
                </a:solidFill>
              </a:rPr>
            </a:br>
            <a:r>
              <a:rPr lang="en-US" sz="8800" dirty="0">
                <a:solidFill>
                  <a:srgbClr val="0070C0"/>
                </a:solidFill>
              </a:rPr>
              <a:t>ABOUT ME</a:t>
            </a:r>
            <a:endParaRPr lang="en-IN" sz="88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B53A5-7605-FBF4-6D51-79B6739A7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5042" y="3535052"/>
            <a:ext cx="8612957" cy="106522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                    MANTRIT BAR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4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D10D-1658-7C9F-C86F-F63CF371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PERSONAL INTERSTS: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548A6-A576-A183-A182-35D37AE3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812" y="2492117"/>
            <a:ext cx="9590988" cy="2108162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TRAVELLING.</a:t>
            </a:r>
          </a:p>
          <a:p>
            <a:r>
              <a:rPr lang="en-US" sz="3200" dirty="0"/>
              <a:t>WATCHING MOVIES.</a:t>
            </a:r>
          </a:p>
          <a:p>
            <a:r>
              <a:rPr lang="en-US" sz="3200" dirty="0"/>
              <a:t>READING HORROR NOVELS.</a:t>
            </a:r>
          </a:p>
          <a:p>
            <a:r>
              <a:rPr lang="en-US" sz="3200" dirty="0"/>
              <a:t>LISTENING TO MUSIC.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9DC1A-C715-51C0-70E6-1C698B86CC2C}"/>
              </a:ext>
            </a:extLst>
          </p:cNvPr>
          <p:cNvSpPr txBox="1"/>
          <p:nvPr/>
        </p:nvSpPr>
        <p:spPr>
          <a:xfrm>
            <a:off x="6096000" y="5006906"/>
            <a:ext cx="525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CLICK TO WATCH MY FAVOURITE MOVIE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90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A9568B-A07F-FC32-57C1-D3DCC4948C93}"/>
              </a:ext>
            </a:extLst>
          </p:cNvPr>
          <p:cNvSpPr txBox="1"/>
          <p:nvPr/>
        </p:nvSpPr>
        <p:spPr>
          <a:xfrm>
            <a:off x="1577419" y="754144"/>
            <a:ext cx="90371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rgbClr val="0070C0"/>
                </a:solidFill>
              </a:rPr>
              <a:t>FAVOURITE MOVIES:</a:t>
            </a:r>
            <a:endParaRPr lang="en-IN" sz="5400" dirty="0">
              <a:solidFill>
                <a:srgbClr val="0070C0"/>
              </a:solidFill>
            </a:endParaRPr>
          </a:p>
        </p:txBody>
      </p:sp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918C160-D99C-91CE-83F1-6B6B52A2FB2A}"/>
              </a:ext>
            </a:extLst>
          </p:cNvPr>
          <p:cNvSpPr/>
          <p:nvPr/>
        </p:nvSpPr>
        <p:spPr>
          <a:xfrm>
            <a:off x="1577419" y="3110845"/>
            <a:ext cx="8726078" cy="1065229"/>
          </a:xfrm>
          <a:prstGeom prst="actionButtonForwardNex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18013-92C2-7CF6-9E96-88D791DE832B}"/>
              </a:ext>
            </a:extLst>
          </p:cNvPr>
          <p:cNvSpPr txBox="1"/>
          <p:nvPr/>
        </p:nvSpPr>
        <p:spPr>
          <a:xfrm>
            <a:off x="1577419" y="4515439"/>
            <a:ext cx="8726078" cy="36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THE BUTTON TO KNOW MY FAVOURITE MOVIE LIST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35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8A4F-FF17-B39E-9C35-D4356AEC6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0070C0"/>
                </a:solidFill>
              </a:rPr>
              <a:t>FAVOURITE MOVIES:</a:t>
            </a:r>
            <a:endParaRPr lang="en-IN" sz="5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A3E0-D877-4069-E3BF-35BD8B52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ANNAND.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MEGHE DHAKA TARA.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KOTHANODI.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PERSUIT OF HAPPINESS.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SHAWSHANK REDEMPTION.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TRUMAN SHOW.</a:t>
            </a:r>
          </a:p>
        </p:txBody>
      </p:sp>
    </p:spTree>
    <p:extLst>
      <p:ext uri="{BB962C8B-B14F-4D97-AF65-F5344CB8AC3E}">
        <p14:creationId xmlns:p14="http://schemas.microsoft.com/office/powerpoint/2010/main" val="3797456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9EC37-A1E2-76C5-BFD3-442F5B41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FUN FACTS</a:t>
            </a:r>
            <a:endParaRPr lang="en-IN" sz="6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Action Button: Blank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A194D35-BA57-F4E4-2A6D-F7593FCA8B9E}"/>
              </a:ext>
            </a:extLst>
          </p:cNvPr>
          <p:cNvSpPr/>
          <p:nvPr/>
        </p:nvSpPr>
        <p:spPr>
          <a:xfrm>
            <a:off x="1291472" y="2828041"/>
            <a:ext cx="4958499" cy="600959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“CLICK FOR A FUN FACT”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85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B1D0-F512-870A-4768-FE9A5FE6C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0483"/>
            <a:ext cx="10515600" cy="1900115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“</a:t>
            </a:r>
            <a:r>
              <a:rPr lang="en-US" sz="5400" dirty="0">
                <a:solidFill>
                  <a:srgbClr val="0070C0"/>
                </a:solidFill>
              </a:rPr>
              <a:t>DO YOU KNOW? CAT SLEEP AN AVERAGE OF 15 HOURS PER DAY.</a:t>
            </a:r>
            <a:endParaRPr lang="en-IN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78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1110-E5A4-A36F-DF4A-FA3D1CAA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346" y="365125"/>
            <a:ext cx="8959391" cy="6492875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0070C0"/>
                </a:solidFill>
              </a:rPr>
              <a:t>THANK YOU</a:t>
            </a:r>
            <a:endParaRPr lang="en-IN" sz="9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4842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55</TotalTime>
  <Words>93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     ABOUT ME</vt:lpstr>
      <vt:lpstr>PERSONAL INTERSTS:</vt:lpstr>
      <vt:lpstr>PowerPoint Presentation</vt:lpstr>
      <vt:lpstr>FAVOURITE MOVIES:</vt:lpstr>
      <vt:lpstr>FUN FACTS</vt:lpstr>
      <vt:lpstr>“DO YOU KNOW? CAT SLEEP AN AVERAGE OF 15 HOURS PER DAY.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Dipankar Baidya</dc:creator>
  <cp:lastModifiedBy>Dipankar Baidya</cp:lastModifiedBy>
  <cp:revision>3</cp:revision>
  <dcterms:created xsi:type="dcterms:W3CDTF">2025-04-11T21:58:26Z</dcterms:created>
  <dcterms:modified xsi:type="dcterms:W3CDTF">2025-04-12T03:44:04Z</dcterms:modified>
</cp:coreProperties>
</file>