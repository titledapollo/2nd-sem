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38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638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562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628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086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388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153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424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311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934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29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3640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3114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9764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0601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0265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157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323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0216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72510"/>
            <a:ext cx="7772400" cy="1470025"/>
          </a:xfrm>
        </p:spPr>
        <p:txBody>
          <a:bodyPr/>
          <a:lstStyle/>
          <a:p>
            <a:r>
              <a:rPr dirty="0"/>
              <a:t>My College Life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129268"/>
            <a:ext cx="6400800" cy="1752600"/>
          </a:xfrm>
        </p:spPr>
        <p:txBody>
          <a:bodyPr/>
          <a:lstStyle/>
          <a:p>
            <a:r>
              <a:rPr dirty="0"/>
              <a:t>A glimpse into my journey</a:t>
            </a:r>
            <a:endParaRPr lang="en-US" dirty="0"/>
          </a:p>
          <a:p>
            <a:endParaRPr lang="en-IN" dirty="0"/>
          </a:p>
          <a:p>
            <a:r>
              <a:rPr lang="en-IN" dirty="0"/>
              <a:t>By ANANYA DEY (DCST)</a:t>
            </a:r>
          </a:p>
          <a:p>
            <a:r>
              <a:rPr lang="en-IN" dirty="0"/>
              <a:t>Registration no. d232431093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6B5277-4B20-EA69-C21E-DFA938FE2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142" y="248718"/>
            <a:ext cx="2840567" cy="213042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College life has been a transformative experience filled with learning, friendship, and growth.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Academics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lectures to lab work, academics have played a major role in shaping my college journey.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Friends and Social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College wouldn't be the same without the friends I made and the fun we had at various events and gatherings.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Extracurricular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sports to cultural fests, extracurriculars helped me explore my passions and talents.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Memorable Moments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Whether it was a surprise birthday party or a last-minute study session, these moments made college unforgettable.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College life has been a journey of self-discovery, challenges, and countless memories.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30</TotalTime>
  <Words>133</Words>
  <Application>Microsoft Office PowerPoint</Application>
  <PresentationFormat>On-screen Show (4:3)</PresentationFormat>
  <Paragraphs>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Century Gothic</vt:lpstr>
      <vt:lpstr>Vapor Trail</vt:lpstr>
      <vt:lpstr>My College Life</vt:lpstr>
      <vt:lpstr>Introduction</vt:lpstr>
      <vt:lpstr>Academics</vt:lpstr>
      <vt:lpstr>Friends and Social Life</vt:lpstr>
      <vt:lpstr>Extracurricular Activities</vt:lpstr>
      <vt:lpstr>Memorable Moments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College Life</dc:title>
  <dc:subject/>
  <dc:creator>Mantrit Bar</dc:creator>
  <cp:keywords/>
  <dc:description>generated using python-pptx</dc:description>
  <cp:lastModifiedBy>Mantrit Bar</cp:lastModifiedBy>
  <cp:revision>4</cp:revision>
  <dcterms:created xsi:type="dcterms:W3CDTF">2013-01-27T09:14:16Z</dcterms:created>
  <dcterms:modified xsi:type="dcterms:W3CDTF">2025-05-03T14:15:56Z</dcterms:modified>
  <cp:category/>
</cp:coreProperties>
</file>